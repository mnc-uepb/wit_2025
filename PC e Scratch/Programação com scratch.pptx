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64" r:id="rId4"/>
    <p:sldId id="263" r:id="rId5"/>
    <p:sldId id="258" r:id="rId6"/>
    <p:sldId id="259" r:id="rId7"/>
    <p:sldId id="261" r:id="rId8"/>
    <p:sldId id="262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ana Leal" userId="dfc79c3fe8028b4d" providerId="LiveId" clId="{BE0F0677-EC71-4DF7-88F7-DD1DD1E27FE6}"/>
    <pc:docChg chg="custSel addSld modSld">
      <pc:chgData name="Luciana Leal" userId="dfc79c3fe8028b4d" providerId="LiveId" clId="{BE0F0677-EC71-4DF7-88F7-DD1DD1E27FE6}" dt="2022-05-16T11:59:02.557" v="51" actId="14100"/>
      <pc:docMkLst>
        <pc:docMk/>
      </pc:docMkLst>
      <pc:sldChg chg="addSp delSp modSp mod setBg">
        <pc:chgData name="Luciana Leal" userId="dfc79c3fe8028b4d" providerId="LiveId" clId="{BE0F0677-EC71-4DF7-88F7-DD1DD1E27FE6}" dt="2022-05-16T11:56:21.555" v="17" actId="26606"/>
        <pc:sldMkLst>
          <pc:docMk/>
          <pc:sldMk cId="3985576975" sldId="262"/>
        </pc:sldMkLst>
        <pc:spChg chg="mod">
          <ac:chgData name="Luciana Leal" userId="dfc79c3fe8028b4d" providerId="LiveId" clId="{BE0F0677-EC71-4DF7-88F7-DD1DD1E27FE6}" dt="2022-05-16T11:56:21.555" v="17" actId="26606"/>
          <ac:spMkLst>
            <pc:docMk/>
            <pc:sldMk cId="3985576975" sldId="262"/>
            <ac:spMk id="2" creationId="{7125A641-6C65-D532-B57B-CBC0EC690D98}"/>
          </ac:spMkLst>
        </pc:spChg>
        <pc:spChg chg="del">
          <ac:chgData name="Luciana Leal" userId="dfc79c3fe8028b4d" providerId="LiveId" clId="{BE0F0677-EC71-4DF7-88F7-DD1DD1E27FE6}" dt="2022-05-16T11:56:21.555" v="17" actId="26606"/>
          <ac:spMkLst>
            <pc:docMk/>
            <pc:sldMk cId="3985576975" sldId="262"/>
            <ac:spMk id="3" creationId="{07AEBEA9-1FF1-E576-365F-1EB6FEFFA107}"/>
          </ac:spMkLst>
        </pc:spChg>
        <pc:spChg chg="add">
          <ac:chgData name="Luciana Leal" userId="dfc79c3fe8028b4d" providerId="LiveId" clId="{BE0F0677-EC71-4DF7-88F7-DD1DD1E27FE6}" dt="2022-05-16T11:56:21.555" v="17" actId="26606"/>
          <ac:spMkLst>
            <pc:docMk/>
            <pc:sldMk cId="3985576975" sldId="262"/>
            <ac:spMk id="9" creationId="{2928117C-9446-4E7F-AE62-95E0F6DB5B27}"/>
          </ac:spMkLst>
        </pc:spChg>
        <pc:spChg chg="add">
          <ac:chgData name="Luciana Leal" userId="dfc79c3fe8028b4d" providerId="LiveId" clId="{BE0F0677-EC71-4DF7-88F7-DD1DD1E27FE6}" dt="2022-05-16T11:56:21.555" v="17" actId="26606"/>
          <ac:spMkLst>
            <pc:docMk/>
            <pc:sldMk cId="3985576975" sldId="262"/>
            <ac:spMk id="11" creationId="{84D30AFB-4D71-48B0-AA00-28EE92363A5F}"/>
          </ac:spMkLst>
        </pc:spChg>
        <pc:spChg chg="add">
          <ac:chgData name="Luciana Leal" userId="dfc79c3fe8028b4d" providerId="LiveId" clId="{BE0F0677-EC71-4DF7-88F7-DD1DD1E27FE6}" dt="2022-05-16T11:56:21.555" v="17" actId="26606"/>
          <ac:spMkLst>
            <pc:docMk/>
            <pc:sldMk cId="3985576975" sldId="262"/>
            <ac:spMk id="13" creationId="{96A0B76F-8010-4C62-B4B6-C5FC438C059E}"/>
          </ac:spMkLst>
        </pc:spChg>
        <pc:spChg chg="add">
          <ac:chgData name="Luciana Leal" userId="dfc79c3fe8028b4d" providerId="LiveId" clId="{BE0F0677-EC71-4DF7-88F7-DD1DD1E27FE6}" dt="2022-05-16T11:56:21.555" v="17" actId="26606"/>
          <ac:spMkLst>
            <pc:docMk/>
            <pc:sldMk cId="3985576975" sldId="262"/>
            <ac:spMk id="15" creationId="{9FC936C0-4624-438D-BDD0-6B296BD6409D}"/>
          </ac:spMkLst>
        </pc:spChg>
        <pc:spChg chg="add">
          <ac:chgData name="Luciana Leal" userId="dfc79c3fe8028b4d" providerId="LiveId" clId="{BE0F0677-EC71-4DF7-88F7-DD1DD1E27FE6}" dt="2022-05-16T11:56:21.555" v="17" actId="26606"/>
          <ac:spMkLst>
            <pc:docMk/>
            <pc:sldMk cId="3985576975" sldId="262"/>
            <ac:spMk id="17" creationId="{4B526CBF-0AA4-49A9-B305-EE0AF3AF6D3C}"/>
          </ac:spMkLst>
        </pc:spChg>
        <pc:grpChg chg="add">
          <ac:chgData name="Luciana Leal" userId="dfc79c3fe8028b4d" providerId="LiveId" clId="{BE0F0677-EC71-4DF7-88F7-DD1DD1E27FE6}" dt="2022-05-16T11:56:21.555" v="17" actId="26606"/>
          <ac:grpSpMkLst>
            <pc:docMk/>
            <pc:sldMk cId="3985576975" sldId="262"/>
            <ac:grpSpMk id="19" creationId="{CC8B5139-02E6-4DEA-9CCE-962CAF0AFBA0}"/>
          </ac:grpSpMkLst>
        </pc:grpChg>
        <pc:picChg chg="add">
          <ac:chgData name="Luciana Leal" userId="dfc79c3fe8028b4d" providerId="LiveId" clId="{BE0F0677-EC71-4DF7-88F7-DD1DD1E27FE6}" dt="2022-05-16T11:56:21.555" v="17" actId="26606"/>
          <ac:picMkLst>
            <pc:docMk/>
            <pc:sldMk cId="3985576975" sldId="262"/>
            <ac:picMk id="5" creationId="{8C295906-A2B2-D731-C466-420F41B18A96}"/>
          </ac:picMkLst>
        </pc:picChg>
      </pc:sldChg>
      <pc:sldChg chg="addSp delSp modSp new mod">
        <pc:chgData name="Luciana Leal" userId="dfc79c3fe8028b4d" providerId="LiveId" clId="{BE0F0677-EC71-4DF7-88F7-DD1DD1E27FE6}" dt="2022-05-16T11:59:02.557" v="51" actId="14100"/>
        <pc:sldMkLst>
          <pc:docMk/>
          <pc:sldMk cId="2369729841" sldId="265"/>
        </pc:sldMkLst>
        <pc:spChg chg="mod">
          <ac:chgData name="Luciana Leal" userId="dfc79c3fe8028b4d" providerId="LiveId" clId="{BE0F0677-EC71-4DF7-88F7-DD1DD1E27FE6}" dt="2022-05-16T11:56:54.387" v="39" actId="20577"/>
          <ac:spMkLst>
            <pc:docMk/>
            <pc:sldMk cId="2369729841" sldId="265"/>
            <ac:spMk id="2" creationId="{488347FC-EB8C-FE86-0D21-9E52647BB42C}"/>
          </ac:spMkLst>
        </pc:spChg>
        <pc:spChg chg="del">
          <ac:chgData name="Luciana Leal" userId="dfc79c3fe8028b4d" providerId="LiveId" clId="{BE0F0677-EC71-4DF7-88F7-DD1DD1E27FE6}" dt="2022-05-16T11:58:07.879" v="40" actId="22"/>
          <ac:spMkLst>
            <pc:docMk/>
            <pc:sldMk cId="2369729841" sldId="265"/>
            <ac:spMk id="3" creationId="{BF5F00C5-E3FF-4185-17DF-A6E487FB2E9E}"/>
          </ac:spMkLst>
        </pc:spChg>
        <pc:picChg chg="add mod ord modCrop">
          <ac:chgData name="Luciana Leal" userId="dfc79c3fe8028b4d" providerId="LiveId" clId="{BE0F0677-EC71-4DF7-88F7-DD1DD1E27FE6}" dt="2022-05-16T11:59:02.557" v="51" actId="14100"/>
          <ac:picMkLst>
            <pc:docMk/>
            <pc:sldMk cId="2369729841" sldId="265"/>
            <ac:picMk id="5" creationId="{32F530FF-6A88-B24E-662D-B1E7A94070B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F292D1A-2828-42B7-AB3E-4233E0A41F41}" type="datetimeFigureOut">
              <a:rPr lang="pt-BR" smtClean="0"/>
              <a:t>15/05/2022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85901F1-AB5B-42AB-B79F-55E383BF89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0584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92D1A-2828-42B7-AB3E-4233E0A41F41}" type="datetimeFigureOut">
              <a:rPr lang="pt-BR" smtClean="0"/>
              <a:t>15/05/2022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A85901F1-AB5B-42AB-B79F-55E383BF89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3553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F292D1A-2828-42B7-AB3E-4233E0A41F41}" type="datetimeFigureOut">
              <a:rPr lang="pt-BR" smtClean="0"/>
              <a:t>15/05/2022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85901F1-AB5B-42AB-B79F-55E383BF89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6596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92D1A-2828-42B7-AB3E-4233E0A41F41}" type="datetimeFigureOut">
              <a:rPr lang="pt-BR" smtClean="0"/>
              <a:t>15/05/2022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901F1-AB5B-42AB-B79F-55E383BF89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180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92D1A-2828-42B7-AB3E-4233E0A41F41}" type="datetimeFigureOut">
              <a:rPr lang="pt-BR" smtClean="0"/>
              <a:t>15/05/2022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901F1-AB5B-42AB-B79F-55E383BF89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5608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92D1A-2828-42B7-AB3E-4233E0A41F41}" type="datetimeFigureOut">
              <a:rPr lang="pt-BR" smtClean="0"/>
              <a:t>15/05/2022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901F1-AB5B-42AB-B79F-55E383BF89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3854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92D1A-2828-42B7-AB3E-4233E0A41F41}" type="datetimeFigureOut">
              <a:rPr lang="pt-BR" smtClean="0"/>
              <a:t>15/05/2022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901F1-AB5B-42AB-B79F-55E383BF89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342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F292D1A-2828-42B7-AB3E-4233E0A41F41}" type="datetimeFigureOut">
              <a:rPr lang="pt-BR" smtClean="0"/>
              <a:t>15/05/2022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85901F1-AB5B-42AB-B79F-55E383BF89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8006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92D1A-2828-42B7-AB3E-4233E0A41F41}" type="datetimeFigureOut">
              <a:rPr lang="pt-BR" smtClean="0"/>
              <a:t>15/05/2022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901F1-AB5B-42AB-B79F-55E383BF89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3755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92D1A-2828-42B7-AB3E-4233E0A41F41}" type="datetimeFigureOut">
              <a:rPr lang="pt-BR" smtClean="0"/>
              <a:t>15/05/2022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901F1-AB5B-42AB-B79F-55E383BF89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0086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F292D1A-2828-42B7-AB3E-4233E0A41F41}" type="datetimeFigureOut">
              <a:rPr lang="pt-BR" smtClean="0"/>
              <a:t>15/05/2022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85901F1-AB5B-42AB-B79F-55E383BF89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6538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0F292D1A-2828-42B7-AB3E-4233E0A41F41}" type="datetimeFigureOut">
              <a:rPr lang="pt-BR" smtClean="0"/>
              <a:t>15/05/2022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85901F1-AB5B-42AB-B79F-55E383BF8978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46206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N2RM-CHkuI?feature=oembed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pYux8zKyVX4?start=21&amp;feature=oembed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27D4B1-7DBB-A4F5-B1EB-EB4BF0E87E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Programação com </a:t>
            </a:r>
            <a:r>
              <a:rPr lang="pt-BR" dirty="0" err="1"/>
              <a:t>scratch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94FBBF-BC65-A31F-0C23-0C1EE79CD2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6084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E5BE5-4F57-316D-E55B-7AAAF6EFC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uma linguagem de programação?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239BE8-CA0F-4F95-5965-513DFE4D5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É um conjunto de regras para escrita de código</a:t>
            </a:r>
          </a:p>
          <a:p>
            <a:r>
              <a:rPr lang="pt-BR" sz="2400" dirty="0"/>
              <a:t>Algoritmos podem ser escritos em Linguagem de Programação</a:t>
            </a:r>
          </a:p>
          <a:p>
            <a:r>
              <a:rPr lang="pt-BR" sz="2400" dirty="0"/>
              <a:t>Quando escritos assim são chamados de programas de computador</a:t>
            </a:r>
          </a:p>
          <a:p>
            <a:r>
              <a:rPr lang="pt-BR" sz="2400" dirty="0"/>
              <a:t>Exemplos de linguagem de programação: C, C++, Java, Python, </a:t>
            </a:r>
            <a:r>
              <a:rPr lang="pt-BR" sz="2400" dirty="0" err="1"/>
              <a:t>Scratch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94829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EEE1C3-CE61-641E-6A2D-C41CF8EB7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escrever algoritmos?</a:t>
            </a:r>
          </a:p>
        </p:txBody>
      </p:sp>
      <p:pic>
        <p:nvPicPr>
          <p:cNvPr id="4" name="Mídia Online 3" title="Exact Instructions Challenge PB&amp;J Classroom Friendly | Josh Darnit">
            <a:hlinkClick r:id="" action="ppaction://media"/>
            <a:extLst>
              <a:ext uri="{FF2B5EF4-FFF2-40B4-BE49-F238E27FC236}">
                <a16:creationId xmlns:a16="http://schemas.microsoft.com/office/drawing/2014/main" id="{2A2AF5D5-8462-C13C-8809-8173E307081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841625" y="2181225"/>
            <a:ext cx="6510338" cy="36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05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1BB958-35C8-5655-1BFC-D3244F920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uma linguagem de programação?</a:t>
            </a:r>
          </a:p>
        </p:txBody>
      </p:sp>
      <p:pic>
        <p:nvPicPr>
          <p:cNvPr id="4" name="Mídia Online 3" title="O que são linguagens de programação?">
            <a:hlinkClick r:id="" action="ppaction://media"/>
            <a:extLst>
              <a:ext uri="{FF2B5EF4-FFF2-40B4-BE49-F238E27FC236}">
                <a16:creationId xmlns:a16="http://schemas.microsoft.com/office/drawing/2014/main" id="{0D92EDB9-64F1-EE00-A1C9-48475702F7A5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841625" y="2181225"/>
            <a:ext cx="6510338" cy="36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09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77939-BB6C-049C-2AF6-86F6BEE13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uma linguagem de programação baseada em blocos?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BDBB71-9142-2725-F8C1-AAEBB1966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Resumidamente uma linguagem de programação baseada em blocos funciona como um quebra-cabeça, no qual cada peça é um comando e quando montamos uma sequência de peças conseguimos escrever um programa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5265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E4E4B-47DF-91B3-7849-57810A4D2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Scratch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6FBDA1-0054-E7E5-26C1-726D43B29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O </a:t>
            </a:r>
            <a:r>
              <a:rPr lang="pt-BR" sz="2800" dirty="0" err="1"/>
              <a:t>Scratch</a:t>
            </a:r>
            <a:r>
              <a:rPr lang="pt-BR" sz="2800" dirty="0"/>
              <a:t> é uma linguagem de programação visual baseada em blocos, desenvolvido pelo grupo </a:t>
            </a:r>
            <a:r>
              <a:rPr lang="pt-BR" sz="2800" dirty="0" err="1"/>
              <a:t>Lifelong</a:t>
            </a:r>
            <a:r>
              <a:rPr lang="pt-BR" sz="2800" dirty="0"/>
              <a:t> </a:t>
            </a:r>
            <a:r>
              <a:rPr lang="pt-BR" sz="2800" dirty="0" err="1"/>
              <a:t>Kindergarten</a:t>
            </a:r>
            <a:r>
              <a:rPr lang="pt-BR" sz="2800" dirty="0"/>
              <a:t> no Media </a:t>
            </a:r>
            <a:r>
              <a:rPr lang="pt-BR" sz="2800" dirty="0" err="1"/>
              <a:t>Lab</a:t>
            </a:r>
            <a:r>
              <a:rPr lang="pt-BR" sz="2800" dirty="0"/>
              <a:t> do MIT com o intuito de ensinar lógica de programação para crianças e adolescentes de 8 a 16 anos de idade. </a:t>
            </a:r>
          </a:p>
          <a:p>
            <a:r>
              <a:rPr lang="pt-BR" sz="2800" dirty="0"/>
              <a:t>É usado em mais de 150 países, atualmente está disponível em mais de 40 idiomas sendo fornecido gratuitamente para os principais sistemas operacionais (Windows, Linux e Mac).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3713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ADDB9E1-AB12-462E-8E0D-83CA31C6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4040EB-4842-44D5-9380-BDF41FB7B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C8C797-139C-100E-E5CD-95BFE2B36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Scratch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076E08-C160-41E7-8D09-E2436B59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A65B62-07C4-4876-A101-9C85F48A02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2BCE7C-4E97-4627-9FD1-DD7B633E5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B71A31-5739-7CDF-D51F-E22FB34F6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723900"/>
            <a:ext cx="7183597" cy="3252678"/>
          </a:xfrm>
        </p:spPr>
        <p:txBody>
          <a:bodyPr>
            <a:normAutofit/>
          </a:bodyPr>
          <a:lstStyle/>
          <a:p>
            <a:r>
              <a:rPr lang="pt-BR" sz="2400" dirty="0"/>
              <a:t>Página: https://scratch.mit.edu/</a:t>
            </a:r>
          </a:p>
          <a:p>
            <a:r>
              <a:rPr lang="pt-BR" sz="2400" dirty="0"/>
              <a:t>Download: https://scratch.mit.edu/download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3A89555-F9A7-8452-1662-9F97EE1D37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423"/>
          <a:stretch/>
        </p:blipFill>
        <p:spPr>
          <a:xfrm>
            <a:off x="4628676" y="2922928"/>
            <a:ext cx="6826942" cy="355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231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928117C-9446-4E7F-AE62-95E0F6DB5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D30AFB-4D71-48B0-AA00-28EE92363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A0B76F-8010-4C62-B4B6-C5FC438C0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C936C0-4624-438D-BDD0-6B296BD6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B526CBF-0AA4-49A9-B305-EE0AF3AF6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lfinetes e alfinetes em um jogo de quadro">
            <a:extLst>
              <a:ext uri="{FF2B5EF4-FFF2-40B4-BE49-F238E27FC236}">
                <a16:creationId xmlns:a16="http://schemas.microsoft.com/office/drawing/2014/main" id="{8C295906-A2B2-D731-C466-420F41B18A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41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CC8B5139-02E6-4DEA-9CCE-962CAF0AF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2"/>
            <a:chOff x="438068" y="457200"/>
            <a:chExt cx="3703320" cy="593513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0470BC0-AB0D-4A03-B4F1-5DDA9A31C1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24A08B2-EC2C-4641-81BE-FE8B068BE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125A641-6C65-D532-B57B-CBC0EC690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42067"/>
            <a:ext cx="3412067" cy="2971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 err="1">
                <a:solidFill>
                  <a:srgbClr val="FFFFFF"/>
                </a:solidFill>
              </a:rPr>
              <a:t>Exemplos</a:t>
            </a:r>
            <a:r>
              <a:rPr lang="en-US" sz="3600" dirty="0">
                <a:solidFill>
                  <a:srgbClr val="FFFFFF"/>
                </a:solidFill>
              </a:rPr>
              <a:t> de </a:t>
            </a:r>
            <a:r>
              <a:rPr lang="en-US" sz="3600" dirty="0" err="1">
                <a:solidFill>
                  <a:srgbClr val="FFFFFF"/>
                </a:solidFill>
              </a:rPr>
              <a:t>jogos</a:t>
            </a:r>
            <a:endParaRPr lang="en-US" sz="3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576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8347FC-EB8C-FE86-0D21-9E52647BB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Projetando o meu jogo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2F530FF-6A88-B24E-662D-B1E7A94070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664" t="32843" r="13947" b="8614"/>
          <a:stretch/>
        </p:blipFill>
        <p:spPr>
          <a:xfrm>
            <a:off x="1328732" y="2085974"/>
            <a:ext cx="9889727" cy="4559775"/>
          </a:xfrm>
        </p:spPr>
      </p:pic>
    </p:spTree>
    <p:extLst>
      <p:ext uri="{BB962C8B-B14F-4D97-AF65-F5344CB8AC3E}">
        <p14:creationId xmlns:p14="http://schemas.microsoft.com/office/powerpoint/2010/main" val="236972984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Dividendo</Template>
  <TotalTime>1166</TotalTime>
  <Words>209</Words>
  <Application>Microsoft Office PowerPoint</Application>
  <PresentationFormat>Widescreen</PresentationFormat>
  <Paragraphs>18</Paragraphs>
  <Slides>9</Slides>
  <Notes>0</Notes>
  <HiddenSlides>0</HiddenSlides>
  <MMClips>2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Gill Sans MT</vt:lpstr>
      <vt:lpstr>Wingdings 2</vt:lpstr>
      <vt:lpstr>Dividendo</vt:lpstr>
      <vt:lpstr>Programação com scratch</vt:lpstr>
      <vt:lpstr>O que é uma linguagem de programação?</vt:lpstr>
      <vt:lpstr>Como escrever algoritmos?</vt:lpstr>
      <vt:lpstr>O que é uma linguagem de programação?</vt:lpstr>
      <vt:lpstr>O que é uma linguagem de programação baseada em blocos?</vt:lpstr>
      <vt:lpstr>Scratch</vt:lpstr>
      <vt:lpstr>Scratch</vt:lpstr>
      <vt:lpstr>Exemplos de jogos</vt:lpstr>
      <vt:lpstr>Projetando o meu jogo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com scratch</dc:title>
  <dc:creator>Luciana Leal</dc:creator>
  <cp:lastModifiedBy>Luciana Leal</cp:lastModifiedBy>
  <cp:revision>1</cp:revision>
  <dcterms:created xsi:type="dcterms:W3CDTF">2022-05-15T16:32:58Z</dcterms:created>
  <dcterms:modified xsi:type="dcterms:W3CDTF">2022-05-16T11:59:09Z</dcterms:modified>
</cp:coreProperties>
</file>