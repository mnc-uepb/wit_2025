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C059"/>
    <a:srgbClr val="5CB1D6"/>
    <a:srgbClr val="FF8C1A"/>
    <a:srgbClr val="9966FF"/>
    <a:srgbClr val="4C97FF"/>
    <a:srgbClr val="FFBF00"/>
    <a:srgbClr val="FFAB19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5015F-806A-4361-8634-5F8A3F18D94C}" v="77" dt="2022-06-13T10:06:48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a Leal" userId="dfc79c3fe8028b4d" providerId="LiveId" clId="{CA23488E-00B7-44F9-B0C8-B1B706A00945}"/>
    <pc:docChg chg="modSld">
      <pc:chgData name="Luciana Leal" userId="dfc79c3fe8028b4d" providerId="LiveId" clId="{CA23488E-00B7-44F9-B0C8-B1B706A00945}" dt="2022-06-13T13:31:28.462" v="1" actId="20577"/>
      <pc:docMkLst>
        <pc:docMk/>
      </pc:docMkLst>
      <pc:sldChg chg="modSp mod">
        <pc:chgData name="Luciana Leal" userId="dfc79c3fe8028b4d" providerId="LiveId" clId="{CA23488E-00B7-44F9-B0C8-B1B706A00945}" dt="2022-06-13T13:31:28.462" v="1" actId="20577"/>
        <pc:sldMkLst>
          <pc:docMk/>
          <pc:sldMk cId="95773568" sldId="256"/>
        </pc:sldMkLst>
        <pc:spChg chg="mod">
          <ac:chgData name="Luciana Leal" userId="dfc79c3fe8028b4d" providerId="LiveId" clId="{CA23488E-00B7-44F9-B0C8-B1B706A00945}" dt="2022-06-13T13:31:28.462" v="1" actId="20577"/>
          <ac:spMkLst>
            <pc:docMk/>
            <pc:sldMk cId="95773568" sldId="256"/>
            <ac:spMk id="2" creationId="{807B5195-60B3-4C0F-944D-FF9597C541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B28E2-62E7-46F2-BCF7-40A166965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10C24A-A2B5-4006-8F7B-AAAA230FD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75D2E8-80B3-4059-BCB2-78CDC165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F1D06D-8EFE-45E3-9FBE-3D9A64B0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FF8877-580A-45E1-B109-06FD609C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6D7DC-6CA8-475F-915D-2756DF19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BB868-D3F6-4638-8F57-3711944E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59E3F4-B5A6-42B9-B0C8-66A8CFE4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B35424-4F69-4D21-9E7E-1E8838E0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BAABFC-5D90-49F2-8C2A-BBE784CD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79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FFDAD-AD66-4759-9443-4A9D0B44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620679-DEDD-49C4-B6D0-F84973971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EF1549-50DF-4906-92A5-C5677223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DA381F-BDCD-4AC7-94F8-AF6C0311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55214-FA0C-4B89-87A5-502B4442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64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47D2A-6041-4E49-8369-7994E04F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CAC25-201C-4478-BF18-79D261936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8EF4F8-8670-4351-9E2C-72B21C645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72392F-B5C6-46E8-91F5-15FE8951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F2251F-BB15-4801-AAD8-7A352620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A3D8DB-33A4-4E68-8D01-D409078A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95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A7CC8-B957-43AD-ACB7-3C06DBA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687037-7643-4554-8474-F0F9EB90B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A3FD14-5B22-4E07-9D56-108E2410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DCABB8-C016-4CFA-8FAE-7A61E1997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417616-F575-48F4-93E4-AFFCB5D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7F1C78-C70B-46ED-ABEA-63263110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43D173-E3C7-4125-9475-A86DE5CC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2355E4-85B4-428C-A5FA-30685E70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26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D5B31-45DD-4265-B3F0-BEE9EFFD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7DE24F-2ECE-4C02-B11F-69299266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950FFE-0261-410A-8E1D-F6761643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A162F-43DE-4BBC-BDC6-1EFC0FD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06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981E89-4AD8-42D5-93D6-7D083CD9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5282D4-6B81-48F3-8F4B-8C051B2B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16A951-6AC0-4506-B4C3-AF8EB7AC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79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8EA32-0570-470C-8D16-CB536CA7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D7DAC6-EF98-43D3-973F-723AC8D4D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3B027F-AFF7-4A96-B2FB-825C4C62B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AA1785-B7BD-42B4-A147-3EC4B7E3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18FA28-EAB9-453A-AF57-55981AE3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FA6B80-0F8D-4EB2-8EB9-548585A4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62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6F72A-F62C-44A9-8A78-5C11628D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43AE43-8AA4-4EB2-91F7-2C917BE8C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0F531C-38ED-483D-9DB9-F9B43AD1E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901AC8-B889-49E2-8E56-EE4B2262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095552-FC2B-4972-B539-1C3353E7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47304C-CA35-4E1B-B405-BF14582D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52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3C4DF-AFCF-41C1-95CF-FB24D6A9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5B7301-C469-4A26-84E8-77B6B64DE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204F24-5D4B-4107-B899-17DF2AB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6DCF23-56A3-4255-9AE9-116D7C89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C85CE8-A591-4ED5-85D8-7F70D43C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48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C97106-1E9A-4276-A445-41AE8F2C9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4BFEFA-333A-47DE-9D03-107176BA3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49A5B-7AD8-4E8C-9E2C-7120B075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6F6218-8CA2-41F0-827D-C4D5A000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7E753-5369-415E-BAC6-EB2392D7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36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D2D617-7685-4667-8F3F-F9310906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159AC7-E8BF-4038-955F-2586F2B2F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D54F31-41AF-4456-8789-4F0F7ED31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721AB-3D0D-4A45-80CE-A4076557D22D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189B14-AFB8-4518-B99C-BE218F694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AA8A-DC6B-49BE-935B-D069C6993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8BA10-710D-4818-87A7-B3B0DA5999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66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B5195-60B3-4C0F-944D-FF9597C54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7200" b="1" dirty="0"/>
              <a:t>Pensamento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936153-9329-5246-7700-CEFE3D185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b="1" dirty="0"/>
              <a:t>Comandos de Blocos do Scratch</a:t>
            </a:r>
            <a:endParaRPr lang="pt-BR" dirty="0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B963DBD1-F1E7-F008-C750-2F71699B2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119" y="4272604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F5626325-A53B-D662-A38B-E656B6415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273439"/>
              </p:ext>
            </p:extLst>
          </p:nvPr>
        </p:nvGraphicFramePr>
        <p:xfrm>
          <a:off x="614362" y="719665"/>
          <a:ext cx="9545639" cy="5966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evento</a:t>
                      </a:r>
                    </a:p>
                  </a:txBody>
                  <a:tcPr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FF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Roda o script abaixo quando a bandeira verde for clicada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Executa o script abaixo quando a tecla especificada for pressionada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Roda o script abaixo quando o sprite especificado for clicado no Palco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Roda o script abaixo quando mudar de cenário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Espera pelo recebimento de uma mensagem para só então executar os comandos abaixo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Avisa a todos os sprites o que deve ser feito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Alerta todos os sprites para a execução de uma ordem, só  passando para outro  bloco quando todos os sprites  tiverem executado essa ordem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2D2F4EA9-1A8A-CACF-030B-8D93E3A63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4" y="1449233"/>
            <a:ext cx="2516254" cy="64898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5DB3761-0407-0F96-1E10-08B5F6FD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54" y="2176627"/>
            <a:ext cx="3583496" cy="62455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AB1C609-746A-9379-B293-325A91CAF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6" y="2862261"/>
            <a:ext cx="3162515" cy="62455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45A94B1-FF81-EB70-DF80-A39B9C6B1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86" y="3638815"/>
            <a:ext cx="3524542" cy="61932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BC008F4-A183-7397-A9B4-3849A303F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85" y="4318301"/>
            <a:ext cx="3417171" cy="61932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24D9865-008E-65BA-1858-828EA643AE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76" y="4997787"/>
            <a:ext cx="3208102" cy="61932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75B93EE-5B9B-4228-623E-DC7EFC0D9E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285" y="5773927"/>
            <a:ext cx="3584821" cy="5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4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2DFE6A0-AE17-F125-6C81-7892985D3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75046"/>
              </p:ext>
            </p:extLst>
          </p:nvPr>
        </p:nvGraphicFramePr>
        <p:xfrm>
          <a:off x="828675" y="648228"/>
          <a:ext cx="9545639" cy="60315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controle</a:t>
                      </a:r>
                    </a:p>
                  </a:txBody>
                  <a:tcPr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FFAB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Espera pelo tempo determinado e depois executa script abaixo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Executa o script abaixo na quantidade de vezes determinada pelo número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Laço infinito: o que estiver dentro deste bloco será executado sem parar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Somente executará o script interno se a condição colocada estiver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satisfeita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Se a condição dada for satisfeita executa o script do laço se;  em caso  contrário executará o  script  do laço senão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Espera até que a condição seja verdadeira para executar o bloco seguinte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Repete a execução do bloco interno até que a condição especificada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esteja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satisfeita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3E2ADBE6-F274-9FD1-CB3F-9B1874906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88" b="10489"/>
          <a:stretch/>
        </p:blipFill>
        <p:spPr>
          <a:xfrm>
            <a:off x="898520" y="1456797"/>
            <a:ext cx="2220185" cy="528638"/>
          </a:xfrm>
          <a:prstGeom prst="rect">
            <a:avLst/>
          </a:prstGeom>
          <a:solidFill>
            <a:srgbClr val="FFAB19"/>
          </a:solidFill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74068E-9232-A39C-5415-1E3F8533B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96" y="2056875"/>
            <a:ext cx="2405062" cy="6567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CFDAF88-5857-E2C9-795E-EF75830C6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776" y="2757448"/>
            <a:ext cx="2171370" cy="69914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E7D3D34-070F-144D-4F3C-307854E87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54" y="3528973"/>
            <a:ext cx="2330451" cy="6999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27E34DC-2A51-ACA5-B27B-A1EA2CA49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55" y="4295536"/>
            <a:ext cx="2299094" cy="94892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63E6CA0-1872-0A28-0D3C-C685CCF05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19" y="5311059"/>
            <a:ext cx="1869510" cy="63254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492431F-F7AE-1EAA-740C-6B5C2613EF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063" y="6019004"/>
            <a:ext cx="2085641" cy="63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4992DD16-7355-35B7-D826-E08B73323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31395"/>
              </p:ext>
            </p:extLst>
          </p:nvPr>
        </p:nvGraphicFramePr>
        <p:xfrm>
          <a:off x="828675" y="648228"/>
          <a:ext cx="9545639" cy="56635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movimento</a:t>
                      </a:r>
                    </a:p>
                  </a:txBody>
                  <a:tcPr>
                    <a:solidFill>
                      <a:srgbClr val="4C97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4C9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Move ator pela quantidade de passos indicada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Move ator para posição aleatória no cenário</a:t>
                      </a:r>
                      <a:endParaRPr lang="pt-BR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Move ator para posição (x, y)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Muda a direção do ator de acordo com o valor em graus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Desliza o ator para a posição (x, y) durante o tempo indicado em segundos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Adiciona um valor à coordenada x (y) da posição do 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Muda o valor da coordenada x (y) para o valor especificado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88563F89-B624-669D-5D42-FA1B61F18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34" y="1381124"/>
            <a:ext cx="1657351" cy="62490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66656BB-C895-4E20-6DAC-29C717CB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34" y="2114549"/>
            <a:ext cx="2425749" cy="59579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1B7C603-2DE8-CE88-2D9B-E79AE1D50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434" y="2804580"/>
            <a:ext cx="2097091" cy="62770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CAC5B2C-9F39-4F30-279C-CAFA2EB55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34" y="3472348"/>
            <a:ext cx="2139456" cy="59579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FB39298-A90B-8FCE-B33F-56920CE3C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433" y="4258806"/>
            <a:ext cx="3436967" cy="62490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B61CE92-7873-A893-845A-F3F440607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938" y="4943473"/>
            <a:ext cx="1566156" cy="65722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190C613-D70E-0653-25F2-93E30D91A3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5629" y="4969079"/>
            <a:ext cx="1593578" cy="61733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5A5A4D2-E979-5C12-F671-BE4B51E957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938" y="5646175"/>
            <a:ext cx="1566156" cy="649038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A243832-7BBF-CDEC-8FA9-B3F5A38E5C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5629" y="5629402"/>
            <a:ext cx="1499506" cy="66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E2D88933-1015-87DA-2015-C1812DE04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012845"/>
              </p:ext>
            </p:extLst>
          </p:nvPr>
        </p:nvGraphicFramePr>
        <p:xfrm>
          <a:off x="828675" y="648228"/>
          <a:ext cx="9545639" cy="5595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aparência</a:t>
                      </a:r>
                    </a:p>
                  </a:txBody>
                  <a:tcPr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99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Muda a aparência do ator assumindo a fantasia especificada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Muda cenário para o cenário especificado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Muda para próxima fantasia (próximo cenário)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Aumenta ou diminui o tamanho do 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Dá ao tamanho do ator a % especificada de seu tamanho original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Faz o ator aparecer no palco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Faz o ator desaparecer do palco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9576C4F3-67F8-79C3-3B16-D3B05D253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06" y="1463651"/>
            <a:ext cx="2522384" cy="5562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2E8FCBC-8E64-0C30-0B7C-B794432DB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06" y="2137154"/>
            <a:ext cx="2529468" cy="55621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202747-BD9E-81C4-81A8-632EA7BC4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05" y="2835292"/>
            <a:ext cx="1302439" cy="5847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C27FC2A-9B7F-0A52-B23A-9D1449983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921" y="2810656"/>
            <a:ext cx="1302439" cy="62463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31B2307-0CBE-FA92-731E-05548D4DF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600" y="3472155"/>
            <a:ext cx="1954590" cy="65153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9EEF843-B542-084B-4A8C-52F571104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896" y="4194197"/>
            <a:ext cx="2670277" cy="62065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348F957-20D6-DA12-B9B5-A4116F70CD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100" y="4880436"/>
            <a:ext cx="812002" cy="636864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9272D5E1-A040-4AA8-4576-51FB80731E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452" y="5561931"/>
            <a:ext cx="898305" cy="6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4">
            <a:extLst>
              <a:ext uri="{FF2B5EF4-FFF2-40B4-BE49-F238E27FC236}">
                <a16:creationId xmlns:a16="http://schemas.microsoft.com/office/drawing/2014/main" id="{CFAE1B9C-B13C-A35B-F166-9DC678A6B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39710"/>
              </p:ext>
            </p:extLst>
          </p:nvPr>
        </p:nvGraphicFramePr>
        <p:xfrm>
          <a:off x="828675" y="648228"/>
          <a:ext cx="9545639" cy="4825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sensor</a:t>
                      </a:r>
                    </a:p>
                  </a:txBody>
                  <a:tcPr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5CB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Resulta em “verdadeiro” se o ator está tocando no lugar especificado e “falso” se não estiver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Resulta em “verdadeiro” se o ator está tocando na cor mostrada no quadradinho e “falso” se não estiver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Resulta em “verdadeiro” se a  1ª cor (a do ator)tocar a 2ª(do fundo ou de outro ator) e “falso se não estiver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Resulta em “verdadeiro” se a tecla especificada estiver pressionada e “falso” se não estiver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“Verdadeiro” se o botão do mouse estiver  pressionado e “falso” se não estiver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</a:tbl>
          </a:graphicData>
        </a:graphic>
      </p:graphicFrame>
      <p:pic>
        <p:nvPicPr>
          <p:cNvPr id="22" name="Imagem 21">
            <a:extLst>
              <a:ext uri="{FF2B5EF4-FFF2-40B4-BE49-F238E27FC236}">
                <a16:creationId xmlns:a16="http://schemas.microsoft.com/office/drawing/2014/main" id="{064DB643-D1CE-C339-0567-826D2BEB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90" y="1470060"/>
            <a:ext cx="3573949" cy="51278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8E804940-F272-0296-6165-83A4C58F7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37" y="2251582"/>
            <a:ext cx="2581179" cy="577369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C9F9A45-B364-4B8F-7877-D74A56768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86" y="3320730"/>
            <a:ext cx="3464758" cy="57493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21B9A059-C2FA-DAD7-A221-F650F112A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265" y="4194738"/>
            <a:ext cx="2886606" cy="461857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AEFB380D-C40A-A56F-AE3B-40142AEE76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86" y="4928919"/>
            <a:ext cx="2075332" cy="51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7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4B48E71C-1225-CF12-569F-7680F3D8E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70291"/>
              </p:ext>
            </p:extLst>
          </p:nvPr>
        </p:nvGraphicFramePr>
        <p:xfrm>
          <a:off x="828675" y="648228"/>
          <a:ext cx="9545639" cy="5661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operador</a:t>
                      </a:r>
                    </a:p>
                  </a:txBody>
                  <a:tcPr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59C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Soma dois números / Subtrai dois números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 dois números / Divide dois números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Sorteia um nº entre os extremos especificados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Verifica se primeiro número é maior (menor) que o segundo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Verifica se primeiro número é igual ao segundo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Verifica se as 2 condições dadas estão satisfeitas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Verifica se pelo menos uma das condições está satisfeita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AFAC5E11-734D-A23F-5FA7-6020F613B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34" y="1430028"/>
            <a:ext cx="1517434" cy="51730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5FD45B-C2B9-FD77-59C2-1189A9EC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920" y="1370950"/>
            <a:ext cx="1333919" cy="57638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366B6E1-878D-C039-3423-A73007D73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80" y="2084245"/>
            <a:ext cx="1416471" cy="60962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0F20E58-ED56-826E-2E87-1C3F88B58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920" y="2071294"/>
            <a:ext cx="1383679" cy="65809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5650C60-AF45-384A-098F-34AC56488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34" y="2853345"/>
            <a:ext cx="3129382" cy="49088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6031C57-CEC4-E52C-9F2E-51F6E49B9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945" y="3545397"/>
            <a:ext cx="1702752" cy="50622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1794A41-2A51-ECCC-1677-86102E3EAF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0070" y="3514167"/>
            <a:ext cx="1718092" cy="5675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04E9123-C9AC-1018-EF85-35901ACB26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134" y="4288665"/>
            <a:ext cx="1641391" cy="53690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A3BA1F6-667C-F97A-9F38-26A9A7EB00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788" y="5029193"/>
            <a:ext cx="1626053" cy="47554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61E0FAB3-09E9-2D10-6D08-6DA659FA5D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167" y="5714910"/>
            <a:ext cx="1656732" cy="52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3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4B48E71C-1225-CF12-569F-7680F3D8E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49439"/>
              </p:ext>
            </p:extLst>
          </p:nvPr>
        </p:nvGraphicFramePr>
        <p:xfrm>
          <a:off x="828675" y="648228"/>
          <a:ext cx="9545639" cy="55970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997">
                  <a:extLst>
                    <a:ext uri="{9D8B030D-6E8A-4147-A177-3AD203B41FA5}">
                      <a16:colId xmlns:a16="http://schemas.microsoft.com/office/drawing/2014/main" val="3537621945"/>
                    </a:ext>
                  </a:extLst>
                </a:gridCol>
                <a:gridCol w="5634642">
                  <a:extLst>
                    <a:ext uri="{9D8B030D-6E8A-4147-A177-3AD203B41FA5}">
                      <a16:colId xmlns:a16="http://schemas.microsoft.com/office/drawing/2014/main" val="2881258409"/>
                    </a:ext>
                  </a:extLst>
                </a:gridCol>
              </a:tblGrid>
              <a:tr h="699426"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Bloco de operador</a:t>
                      </a:r>
                    </a:p>
                  </a:txBody>
                  <a:tcPr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BR" sz="2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O que faz</a:t>
                      </a:r>
                    </a:p>
                  </a:txBody>
                  <a:tcPr>
                    <a:solidFill>
                      <a:srgbClr val="59C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6864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“verdadeiro” quando a condição não for satisfeita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674179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Concatena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2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elementos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no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formato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frase</a:t>
                      </a:r>
                      <a:endParaRPr lang="pt-BR" sz="200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16892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Dá a letra da posição pedida da palavra especificada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49978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Devolve o tamanho da palavra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85116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Devolve o resto da divisão do 1º pelo 2º número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54955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Arredonda o nº dado para o inteiro mais próximo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62367"/>
                  </a:ext>
                </a:extLst>
              </a:tr>
              <a:tr h="69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000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Verifica se a palavra contém a letra especificada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076294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C216A8D5-4C29-BA8A-71E2-8BF1F3A4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94" y="1406509"/>
            <a:ext cx="1434301" cy="59059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948C42E-41FB-41A0-6D20-51616EA6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44" y="2112854"/>
            <a:ext cx="2902349" cy="55684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894FAB-C004-3BA7-4244-82935E166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92" y="2792111"/>
            <a:ext cx="2227383" cy="60746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796C321-6228-2BF8-4791-D090254E8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44" y="4244601"/>
            <a:ext cx="2345503" cy="53997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859F5E1-FCD1-B2ED-A7A6-C9CE7A68D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12" y="4959209"/>
            <a:ext cx="2193635" cy="52156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9492732D-C426-FAF9-76CF-2691DB4B6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913" y="5646764"/>
            <a:ext cx="2454417" cy="506224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F762371-9938-7E91-3C9B-5200915B71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39" y="3487405"/>
            <a:ext cx="2041769" cy="6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557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620DCA02-3ABB-4A50-ABA6-E3808352409A}" vid="{8E05A8B2-BEB6-4047-91AC-DB7248E049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906</TotalTime>
  <Words>581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Tema2</vt:lpstr>
      <vt:lpstr>Pensamento Computacional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Luciana Leal</dc:creator>
  <cp:lastModifiedBy>Luciana Leal</cp:lastModifiedBy>
  <cp:revision>4</cp:revision>
  <dcterms:created xsi:type="dcterms:W3CDTF">2022-06-12T21:13:49Z</dcterms:created>
  <dcterms:modified xsi:type="dcterms:W3CDTF">2025-05-02T13:15:46Z</dcterms:modified>
</cp:coreProperties>
</file>